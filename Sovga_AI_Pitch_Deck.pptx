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320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SOVG'A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0" y="47320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PITCH DECK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54305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SOVG'A AI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31457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O'zbekistonning 1-raqamli AI Xarid va Sovg'a Tadqiqotchisi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282892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Sarmoya taklifi (Seed Round)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1435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MUAMMO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5875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59E0B"/>
                </a:solidFill>
              </a:rPr>
              <a:t>1. Tarqoq bozor: </a:t>
            </a:r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</a:rPr>
              <a:t>Foydalanuvchilar bitta telefonni eng arzonini topish uchun 10 ta sayt (Uzum, Texnomart, OLX) qidirishga majbur.
</a:t>
            </a:r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2. Soxta chegirmalar: </a:t>
            </a:r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</a:rPr>
              <a:t>Narxlar sun'iy oshirilib, yolg'on chegirmalar qo'yiladi.
</a:t>
            </a:r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3. Sovg'a tanlash azobi: </a:t>
            </a:r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</a:rPr>
              <a:t>Odamlar nima sovg'a qilishni bilmaydi va asab buzadi.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1435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YECHIM - SOVG'A AI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5875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OpenAI GPT-4o-mini asosida ishlaydigan innovatsion platforma: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00225"/>
            <a:ext cx="8229600" cy="25717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F59E0B"/>
                </a:solidFill>
              </a:rPr>
              <a:t>Bitta qidiruv, yuzlab do'konlar: </a:t>
            </a:r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</a:rPr>
              <a:t>AI butun O'zbekiston bozorini tahlil qilib eng arzonini topadi.
</a:t>
            </a:r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Shaffof taqqoslash: </a:t>
            </a:r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</a:rPr>
              <a:t>Soxta chegirmalarni fosh qiluvchi AI auditor.
</a:t>
            </a:r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Shaxsiylashtirilgan sovg'alar: </a:t>
            </a:r>
            <a:pPr indent="0" marL="0">
              <a:buNone/>
            </a:pPr>
            <a:r>
              <a:rPr lang="en-US" sz="2000" dirty="0">
                <a:solidFill>
                  <a:srgbClr val="F8FAFC"/>
                </a:solidFill>
              </a:rPr>
              <a:t>Yosh, byudjet va sababga qarab to'g'ri sovg'a g'oyasini beradi.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1435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BIZNING TEXNOLOGIYA (MVP Tayyor)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Platforma allaqachon ishlab chiqilgan va sinovdan o'tgan (Real yutuqlar):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543050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8FAFC"/>
                </a:solidFill>
              </a:rPr>
              <a:t>Live Price Tracker: 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Orqa fonda ishlovchi narx kuzatuvchi va Telegram orqali xabar berish.
</a:t>
            </a:r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Ultra-Tezkor AI Search: 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GPT-4o-mini integratsiyasi orqali 9 soniyada bozor analizi.
</a:t>
            </a:r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3D Interaktiv UI: 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Mystery Box (Syurpriz quti) va premium vizual effektlar.
</a:t>
            </a:r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</a:rPr>
              <a:t>Spotlight HUD: 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Macbook uslubidagi universal tezkor qidiruv menyusi.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1435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BOZOR HAJMI (O'ZBEKISTON)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543050"/>
            <a:ext cx="2286000" cy="205740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00225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8FAFC"/>
                </a:solidFill>
              </a:rPr>
              <a:t>$1.2 mlrd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57175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Umumiy e-commerce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29000" y="1543050"/>
            <a:ext cx="2286000" cy="205740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800225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8FAFC"/>
                </a:solidFill>
              </a:rPr>
              <a:t>$300 mln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429000" y="257175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Elektronika va Sovg'alar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1543050"/>
            <a:ext cx="2286000" cy="205740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800225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</a:rPr>
              <a:t>$50 mln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5943600" y="257175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Bizning maqsadli bozor (SOM)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1435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BIZNES MODEL (MONETIZATSIYA)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5875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59E0B"/>
                </a:solidFill>
              </a:rPr>
              <a:t>1. Lead Generation (CPA/CPS): </a:t>
            </a:r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Biz orqali sotib olingan har bir tovar uchun Uzum/Texnomart/Do'konlardan 2-5% komissiya.
</a:t>
            </a:r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2. PRO Obuna (Foydalanuvchilar): </a:t>
            </a:r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Eksklyuziv chegirmalar va limitsiz AI izlanish uchun kichik oylik to'lov.
</a:t>
            </a:r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3. Merchant Portal (Sotuvchilar B2B): </a:t>
            </a:r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Kichik va o'rta sotuvchilar (Instagram/Telegram do'konlar) o'z mahsulotlarini platformaga qo'shishi uchun pullik obuna.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1435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RAQOBATCHILAR VA USTUNLIGIMIZ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4305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Xususiyatlar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Uzum Market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</a:rPr>
                        <a:t>SOVG'A AI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Butun bozor bo'yicha qidiruv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Yo'q (Faqat o'zini tovarlari)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HA (Global web-scraper)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AI Sovg'a G'oyalari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Yo'q (Faqat oddiy filtr)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HA (GPT-4o-mini)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Xolis narx auditori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Yo'q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HA (Eng arzonini ko'rsatadi)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Telegram Orqali Kuzatish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Yo'q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HA (Live Tracking)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Ustunligimiz: Biz do'kon emasmiz, biz bozor hakami va xaridorgarmiz!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1435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HOZIRGI HOLAT (TRACTION)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5875"/>
            <a:ext cx="8229600" cy="3086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F59E0B"/>
                </a:solidFill>
              </a:rPr>
              <a:t>Full-Stack MVP 100% tayyor: </a:t>
            </a:r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Server (Node.js/Express) va Frontend (React/Vite) ishlab turibdi.
</a:t>
            </a:r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Xavfsizlik yo'lga qo'yilgan: </a:t>
            </a:r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Barcha backdoorlar yopildi, avtorizatsiya ishlamoqda.
</a:t>
            </a:r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OpenAI Integratsiyasi: </a:t>
            </a:r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Asosiy dvigatel to'liq GPT-4o-mini API siga ulangan va 9 soniyada bozor analizi qila oladi.
</a:t>
            </a:r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Dizayn: </a:t>
            </a:r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Premium qora-tilla (luxury) stilga standartlashtirilgan.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1435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SARMOYA SO'ROVI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287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</a:rPr>
              <a:t>Micro-Seed Round: $10,000 USD (Qisman yoki to'liq)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00225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Mablag' qanday sarflanadi (Keyingi 6 oy uchun):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314575"/>
          <a:ext cx="73152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Infratuzilma (AWS/Vercel) va OpenAI API To'lovlari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$2,000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Yuridik Ro'yxatdan o'tish (MChJ) va litsenziyalar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$1,000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Telegram Bot rasmiy tasdig'i va SMS Gateways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$1,000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Marketing va Birinchi Mijozlarni Jalb Qilish (CAC)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$4,000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Zaxira Foni (Runway / Unexpected costs)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8FAFC"/>
                          </a:solidFill>
                        </a:rPr>
                        <a:t>$2,000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5875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</a:rPr>
              <a:t>KELAJAKKA BIRGALIKDA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057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8FAFC"/>
                </a:solidFill>
              </a:rPr>
              <a:t>O'zbekistonning eng aqlli savdo platformasiga aylanishda bizga qo'shiling.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0861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Loyiha Asoschisi: Xumoyun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Aloqa: xumoyunravshanov166@gmail.com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Telegram: @SovgaUzBot (Simulyatsiya)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2026-10-07T02:39:44Z</dcterms:created>
  <dcterms:modified xsi:type="dcterms:W3CDTF">2026-10-07T02:39:44Z</dcterms:modified>
</cp:coreProperties>
</file>